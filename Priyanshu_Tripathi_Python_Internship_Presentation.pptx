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0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4754880"/>
            <a:ext cx="3749039" cy="3749039"/>
          </a:xfrm>
          <a:prstGeom prst="ellipse">
            <a:avLst/>
          </a:prstGeom>
          <a:solidFill>
            <a:srgbClr val="132355"/>
          </a:solidFill>
          <a:ln>
            <a:solidFill>
              <a:srgbClr val="13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1097280"/>
            <a:ext cx="4754880" cy="4754880"/>
          </a:xfrm>
          <a:prstGeom prst="ellipse">
            <a:avLst/>
          </a:prstGeom>
          <a:solidFill>
            <a:srgbClr val="243A80"/>
          </a:solidFill>
          <a:ln>
            <a:solidFill>
              <a:srgbClr val="243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ILM_Universit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38912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530352"/>
            <a:ext cx="4754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IILM UNIVERSITY, 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583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676656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AA627"/>
                </a:solidFill>
                <a:latin typeface="Aptos"/>
              </a:rPr>
              <a:t>Free Summer Internship in Python –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42032"/>
            <a:ext cx="50292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Aptos"/>
              </a:rPr>
              <a:t>upskill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26280"/>
            <a:ext cx="54864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Priyanshu Tripathi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102352"/>
            <a:ext cx="6400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Roll No. 2410030646  |  B.Tech CSE  |  5th Semester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59552"/>
            <a:ext cx="5029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AA627"/>
                </a:solidFill>
                <a:latin typeface="Aptos"/>
              </a:rPr>
              <a:t>Project: Quiz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199632"/>
            <a:ext cx="3749039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08 August – 07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ABOUT THE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Candidate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132355"/>
          </a:solidFill>
          <a:ln>
            <a:solidFill>
              <a:srgbClr val="13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005840"/>
            <a:ext cx="731520" cy="731520"/>
          </a:xfrm>
          <a:prstGeom prst="ellipse">
            <a:avLst/>
          </a:prstGeom>
          <a:solidFill>
            <a:srgbClr val="2B4491"/>
          </a:solidFill>
          <a:ln>
            <a:solidFill>
              <a:srgbClr val="2B4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560320" cy="8686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Georgia"/>
              </a:rPr>
              <a:t>Priyanshu
Tripathi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78892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B.Tech – Computer Science &amp;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4709160" y="15087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306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490472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Roll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764792"/>
            <a:ext cx="5669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2410030646</a:t>
            </a:r>
          </a:p>
        </p:txBody>
      </p:sp>
      <p:sp>
        <p:nvSpPr>
          <p:cNvPr id="12" name="Oval 11"/>
          <p:cNvSpPr/>
          <p:nvPr/>
        </p:nvSpPr>
        <p:spPr>
          <a:xfrm>
            <a:off x="4709160" y="24231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306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04872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Institute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679191"/>
            <a:ext cx="5669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IILM University, Greater Noida, U.P.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33375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306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319272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Programme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593591"/>
            <a:ext cx="5669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B.Tech CSE, Batch 2024–2028</a:t>
            </a:r>
          </a:p>
        </p:txBody>
      </p:sp>
      <p:sp>
        <p:nvSpPr>
          <p:cNvPr id="18" name="Oval 17"/>
          <p:cNvSpPr/>
          <p:nvPr/>
        </p:nvSpPr>
        <p:spPr>
          <a:xfrm>
            <a:off x="4709160" y="42519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306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233672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Internship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507992"/>
            <a:ext cx="5669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Python</a:t>
            </a:r>
          </a:p>
        </p:txBody>
      </p:sp>
      <p:sp>
        <p:nvSpPr>
          <p:cNvPr id="21" name="Oval 20"/>
          <p:cNvSpPr/>
          <p:nvPr/>
        </p:nvSpPr>
        <p:spPr>
          <a:xfrm>
            <a:off x="4709160" y="51663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306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5148072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5422392"/>
            <a:ext cx="5669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4 Weeks | August –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Priyanshu Tripathi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ABOUT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upskill Campus &amp; Python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32734"/>
                </a:solidFill>
                <a:latin typeface="Aptos"/>
              </a:rPr>
              <a:t>The Free Summer Internship in Python – 2026 provided structured learning and practical exposure to Python programming. The internship focused on strengthening Python fundamentals, applying programming concepts, and completing a Quiz Game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" y="503834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97180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944368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Python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2880360" cy="13441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Strengthened understanding of Python basics, conditionals and programming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7432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503834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97180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944368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Practical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880360" cy="13441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Connected learning activities with the development and planning of the Quiz Game.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57031" y="503834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297180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944368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Project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566160"/>
            <a:ext cx="2880360" cy="134416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Completed a console-based Quiz Game using questions, options, answer checking and scoring.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Priyanshu Tripathi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From Python Concepts to a Working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32734"/>
                </a:solidFill>
                <a:latin typeface="Aptos"/>
              </a:rPr>
              <a:t>Learning Python syntax and concepts is different from applying them to a complete program. The internship provided an opportunity to move from basic concepts to a small working application by organizing questions, checking user answers, calculating scores and presenting the final result.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154680"/>
            <a:ext cx="658368" cy="658368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AA627"/>
                </a:solidFill>
                <a:latin typeface="Aptos"/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297680"/>
            <a:ext cx="18288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6F7D"/>
                </a:solidFill>
                <a:latin typeface="Aptos"/>
              </a:rPr>
              <a:t>Python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246120"/>
            <a:ext cx="4572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C306F"/>
                </a:solidFill>
                <a:latin typeface="Aptos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520440" y="3154680"/>
            <a:ext cx="658368" cy="658368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977639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AA627"/>
                </a:solidFill>
                <a:latin typeface="Aptos"/>
              </a:rPr>
              <a:t>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297680"/>
            <a:ext cx="18288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6F7D"/>
                </a:solidFill>
                <a:latin typeface="Aptos"/>
              </a:rPr>
              <a:t>Conditional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246120"/>
            <a:ext cx="4572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C306F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3154680"/>
            <a:ext cx="658368" cy="658368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77639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AA627"/>
                </a:solidFill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297680"/>
            <a:ext cx="18288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6F7D"/>
                </a:solidFill>
                <a:latin typeface="Aptos"/>
              </a:rPr>
              <a:t>Quiz Game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46120"/>
            <a:ext cx="4572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C306F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098280" y="3154680"/>
            <a:ext cx="658368" cy="658368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977639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AA627"/>
                </a:solidFill>
                <a:latin typeface="Aptos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297680"/>
            <a:ext cx="18288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6F7D"/>
                </a:solidFill>
                <a:latin typeface="Aptos"/>
              </a:rPr>
              <a:t>Score &amp; percentage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Priyanshu Tripathi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What the Internship Set Out to Achieve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618488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Strengthen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Improve understanding of Python fundamentals and programming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618488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Use Conditionals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Apply if, if-else and if-elif-else to program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7031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20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618488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Structure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240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Organize quiz questions, options and answers using Python data structures.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904487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Build Quiz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Create a clear question → answer → feedback flow.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62272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6344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904487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Track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526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Calculate score and percentage from correct answers.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57031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5820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3904487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Evaluate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526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Display performance categories based on the final percentage.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Priyanshu Tripathi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TECHNOLOGIES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The Toolkit Behind the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618488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Core 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618488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Development environment used to write the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7031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20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618488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Lists &amp; Dictionaries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240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Store questions, options and correct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904487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Iterate through questions and options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62272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6344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904487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Conditionals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526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Check answers and classify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57031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5820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3904487"/>
            <a:ext cx="2377439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526280"/>
            <a:ext cx="288036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Repository used to store and submit the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Priyanshu Tripathi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From Question Data to Final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141732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49047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517904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Question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517904"/>
            <a:ext cx="58978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Questions + A/B/C/D options + correct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075688"/>
            <a:ext cx="411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24028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31343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40864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Quiz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340864"/>
            <a:ext cx="58978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Display each question and its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898648"/>
            <a:ext cx="411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06324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13639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163824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User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163824"/>
            <a:ext cx="58978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Read A/B/C/D and convert to uppercase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721608"/>
            <a:ext cx="411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388620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395935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986784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Answer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986784"/>
            <a:ext cx="58978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Compare user answer with stored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544568"/>
            <a:ext cx="411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470916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" y="478231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809744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Score Calculation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809744"/>
            <a:ext cx="58978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Increase score and calculate percentage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367528"/>
            <a:ext cx="411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553212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1560" y="560527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632704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Performance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632704"/>
            <a:ext cx="58978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Show result category and final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Priyanshu Tripathi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The 4-Week Learning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5678424"/>
            <a:ext cx="245973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618488"/>
            <a:ext cx="1554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Python Basics •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057400" cy="33101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Understood internship activities, Python fundamentals and selected the Quiz Game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1" y="5678424"/>
            <a:ext cx="245973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332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618488"/>
            <a:ext cx="1554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Conditional Logic •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40280"/>
            <a:ext cx="2057400" cy="33101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Studied if/else structures and applied conditional thinking to answer checking and quiz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3952" y="5678424"/>
            <a:ext cx="245973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1618488"/>
            <a:ext cx="1554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Python Libraries •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80"/>
            <a:ext cx="2057400" cy="33101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Learned introductory NumPy and Pandas concepts and explored data handling.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45752" y="5678424"/>
            <a:ext cx="245973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4692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C306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128" y="1618488"/>
            <a:ext cx="1554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Assessment &amp; Revision • 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240280"/>
            <a:ext cx="2057400" cy="33101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Completed the Python assessment test and revised concepts to strengthen understanding.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Priyanshu Tripathi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Skills &amp; Capabilities Gained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35608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C306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99032"/>
            <a:ext cx="97840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Better understanding of Python fundamentals and conditional statements.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093976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C306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97840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Ability to organize quiz data using lists and dictionaries.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52344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C306F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15768"/>
            <a:ext cx="97840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Practical experience with loops, user input and answer validation.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10712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C306F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74136"/>
            <a:ext cx="97840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Ability to calculate score and percentage programmatically.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069079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C306F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32504"/>
            <a:ext cx="97840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Understanding of simple performance classification using if-elif-else.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27447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C306F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90872"/>
            <a:ext cx="97840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Experience developing a complete console-based Python project.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385815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C306F"/>
                </a:solidFill>
                <a:latin typeface="Apto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49240"/>
            <a:ext cx="97840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Exposure to GitHub as a project repository and submission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Priyanshu Tripathi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0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840480" cy="3840480"/>
          </a:xfrm>
          <a:prstGeom prst="ellipse">
            <a:avLst/>
          </a:prstGeom>
          <a:solidFill>
            <a:srgbClr val="132355"/>
          </a:solidFill>
          <a:ln>
            <a:solidFill>
              <a:srgbClr val="13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PROJECT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AA627"/>
                </a:solidFill>
                <a:latin typeface="Aptos"/>
              </a:rPr>
              <a:t>PROJECT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0292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Successfully Completed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965960"/>
            <a:ext cx="566928" cy="566928"/>
          </a:xfrm>
          <a:prstGeom prst="ellipse">
            <a:avLst/>
          </a:prstGeom>
          <a:solidFill>
            <a:srgbClr val="2B4491"/>
          </a:solidFill>
          <a:ln>
            <a:solidFill>
              <a:srgbClr val="2B4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38528"/>
            <a:ext cx="1188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AA627"/>
                </a:solidFill>
                <a:latin typeface="Aptos"/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12848"/>
            <a:ext cx="2926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Quiz Game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80360"/>
            <a:ext cx="566928" cy="566928"/>
          </a:xfrm>
          <a:prstGeom prst="ellipse">
            <a:avLst/>
          </a:prstGeom>
          <a:solidFill>
            <a:srgbClr val="2B4491"/>
          </a:solidFill>
          <a:ln>
            <a:solidFill>
              <a:srgbClr val="2B4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52928"/>
            <a:ext cx="1188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AA627"/>
                </a:solidFill>
                <a:latin typeface="Aptos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3657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4 Weeks | 08 Aug – 07 Sep 2026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94760"/>
            <a:ext cx="566928" cy="566928"/>
          </a:xfrm>
          <a:prstGeom prst="ellipse">
            <a:avLst/>
          </a:prstGeom>
          <a:solidFill>
            <a:srgbClr val="2B4491"/>
          </a:solidFill>
          <a:ln>
            <a:solidFill>
              <a:srgbClr val="2B4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67328"/>
            <a:ext cx="1188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AA627"/>
                </a:solidFill>
                <a:latin typeface="Aptos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41648"/>
            <a:ext cx="42062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tos"/>
              </a:rPr>
              <a:t>GitHub project repository prepared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914400"/>
            <a:ext cx="50749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325880"/>
            <a:ext cx="42062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C306F"/>
                </a:solidFill>
                <a:latin typeface="Georgia"/>
              </a:rPr>
              <a:t>QUIZ GAME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057400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232734"/>
                </a:solidFill>
                <a:latin typeface="Aptos"/>
              </a:rPr>
              <a:t>5 multiple-choice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560320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96F7D"/>
                </a:solidFill>
                <a:latin typeface="Aptos"/>
              </a:rPr>
              <a:t>A / B / C /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063240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232734"/>
                </a:solidFill>
                <a:latin typeface="Aptos"/>
              </a:rPr>
              <a:t>Score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566160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232734"/>
                </a:solidFill>
                <a:latin typeface="Aptos"/>
              </a:rPr>
              <a:t>Percentage 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069080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232734"/>
                </a:solidFill>
                <a:latin typeface="Aptos"/>
              </a:rPr>
              <a:t>Performance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074920"/>
            <a:ext cx="42062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96F7D"/>
                </a:solidFill>
                <a:latin typeface="Aptos"/>
              </a:rPr>
              <a:t>Priyanshu Tripathi  •  2410030646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Quiz Game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0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297680"/>
            <a:ext cx="3840480" cy="3840480"/>
          </a:xfrm>
          <a:prstGeom prst="ellipse">
            <a:avLst/>
          </a:prstGeom>
          <a:solidFill>
            <a:srgbClr val="132355"/>
          </a:solidFill>
          <a:ln>
            <a:solidFill>
              <a:srgbClr val="13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005840"/>
            <a:ext cx="3931920" cy="3931920"/>
          </a:xfrm>
          <a:prstGeom prst="ellipse">
            <a:avLst/>
          </a:prstGeom>
          <a:solidFill>
            <a:srgbClr val="243A80"/>
          </a:solidFill>
          <a:ln>
            <a:solidFill>
              <a:srgbClr val="243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88136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108813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DAA627"/>
                </a:solidFill>
                <a:latin typeface="Aptos"/>
              </a:rPr>
              <a:t>Free Summer Internship in Python –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81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upskill Campus  |  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58768"/>
            <a:ext cx="10881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Priyanshu Tripathi  |  Roll No. 2410030646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10881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B.Tech CSE • 5th Semester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Priyanshu Tripathi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